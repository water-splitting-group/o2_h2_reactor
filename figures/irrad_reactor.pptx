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1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559747-91B7-4456-B2E9-C3E163996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DC58FE-D1F0-4D70-8921-0F8604AAF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5FA595-1167-4E3A-9927-10006D6EE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78CF0F-4ED4-4707-AD0B-410525CC3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1E3A26-09EE-4F34-8D46-768BA305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CBDB47-2728-4BAE-BE93-E947C8365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4B4468-E441-41BF-8209-642CC9F05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4C91EC-9EA0-46C8-9376-83C3445C4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C07BC8-C33F-4031-A562-E595EAC8F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6F840B-E778-4633-AD0E-A49FC057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43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50FC85-E2CB-4E15-81B9-89D83E0CA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DD8FBEF-6A39-4F72-9F5E-906328F81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659D02-6131-4F9F-9BEE-AE50CC6E7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F449E6-01A1-4525-9A1E-3D0D14A2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5A0A7A-79F6-462F-801B-BA800EDA7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852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501161-7CCC-4649-8743-76CA7F1B2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1019C1-027F-455C-B407-1FFA34BD6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F93914-D0AC-44E8-8968-30C520276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1D17473-417D-4069-A505-C25224B60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154C62-7079-4A17-BB88-BAA627993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3D028F-09CA-4988-8789-B8687C47C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096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7A689F-E93B-4468-BDA9-AF0997B61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B9E121-DCA1-4CCB-8628-FAB943469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59D4A7-DA67-4DA8-A193-E14338B84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54F11F-A1BE-4129-915A-B3FF07151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81F0A6B-A06C-425C-8C35-CA68F96BC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8B3FA19-CBAF-46C6-85BB-9D705380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08F16F2-35FD-4D67-A4D0-5AD44162A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B4E9F29-601B-404B-9A58-4F485ED4E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77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81DF49-36C8-4C43-AD9C-8F5BEA1F1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6CF7A42-48A8-420D-811A-A0938D1E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25784C-0960-4A9D-9815-0179769AF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E973CD-0AF4-4C44-9805-2153BB8D2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061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79EF55E-FB3E-4D86-A1DB-6F87740C3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FF337A7-155F-469B-BF9B-C28492AB5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BB367F-E876-4AF9-BAC7-641B725D8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620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F1BB6-C5CF-4CAD-8181-B710D378F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71557F-F540-40D5-B059-323E3C3C9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FAE27E3-D945-4872-A5B4-AC0D8550D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4F4A119-579F-48BC-98D6-4E72F075F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CD3EF-2599-4560-9B28-983D8DA34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0791D6-0FF2-474F-8D0C-38DF64F1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686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3BEA71-6E08-4797-B2A3-F2E44EB35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4A0C002-7DA7-4475-A40E-8F4AD04E9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8A86F30-44B0-402D-8783-250F8C278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8FE2C7A-B9C9-494B-906E-E6BE54230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3E3C9ED-4490-4D7D-B178-3AE967F7E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37AB85-4F6E-4771-AEA0-F101C485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660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643B73-D0CB-4C51-B315-26B634F15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AF0F57B-2305-403A-B117-D481D64F5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D5D60D-9084-45A8-BEF3-15A232638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2AF309-D1AB-4628-9353-F20D76E48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F172EB-2D6A-49F6-B7E0-BD8DD1EB8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852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B86D609-F6F4-474B-97F4-D3B4A517E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3BA084A-B281-4E24-91F8-77FEBA237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9A2106-FA14-47D5-A96D-A19BEC25A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17285C-D614-4351-8BE8-65F7FC267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E04B07-3820-411D-BE1D-D2461EC68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679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D9599F8-BBA7-432E-B9EB-C8E2D1B4A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9C354B-61F5-4410-BEF4-0041E5F63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0E7980-BE74-4901-8671-E46FF078E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8F1246-ECD0-45DB-BFEC-329B59CA6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41C612-3853-4555-8B99-95D478973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67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F23B6B5-A578-468B-AA4A-3ED9A97C98A5}"/>
              </a:ext>
            </a:extLst>
          </p:cNvPr>
          <p:cNvGrpSpPr/>
          <p:nvPr/>
        </p:nvGrpSpPr>
        <p:grpSpPr>
          <a:xfrm>
            <a:off x="2576517" y="1514474"/>
            <a:ext cx="6738936" cy="4610101"/>
            <a:chOff x="2576517" y="1514474"/>
            <a:chExt cx="6738936" cy="4610101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9F8B2F66-2D0B-48ED-9BE4-73D5C3E68D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22" t="8329" r="15556" b="6029"/>
            <a:stretch/>
          </p:blipFill>
          <p:spPr>
            <a:xfrm rot="5400000">
              <a:off x="1924055" y="2166937"/>
              <a:ext cx="4610100" cy="3305175"/>
            </a:xfrm>
            <a:prstGeom prst="rect">
              <a:avLst/>
            </a:prstGeom>
          </p:spPr>
        </p:pic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21398734-24AE-4BA7-A6DF-63666FFB20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45" t="5553" r="23333" b="8805"/>
            <a:stretch/>
          </p:blipFill>
          <p:spPr>
            <a:xfrm rot="5400000">
              <a:off x="5357813" y="2166936"/>
              <a:ext cx="4610101" cy="33051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426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Alexander Eith</dc:creator>
  <cp:lastModifiedBy>Alexander Eith</cp:lastModifiedBy>
  <cp:revision>4</cp:revision>
  <dcterms:created xsi:type="dcterms:W3CDTF">2025-11-19T12:10:24Z</dcterms:created>
  <dcterms:modified xsi:type="dcterms:W3CDTF">2025-11-19T15:18:44Z</dcterms:modified>
</cp:coreProperties>
</file>